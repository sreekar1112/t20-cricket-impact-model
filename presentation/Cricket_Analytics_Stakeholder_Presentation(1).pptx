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Context-Aware Rating System for T20 Cricket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Identifying match-winners beyond average &amp; strike rate</a:t>
            </a:r>
          </a:p>
          <a:p>
            <a:r>
              <a:t>Sreekar Regulavalasa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 in T20 Cricket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Traditional stats treat all runs and wickets equally</a:t>
            </a:r>
          </a:p>
          <a:p>
            <a:r>
              <a:t>They ignore pressure, timing, and match situation</a:t>
            </a:r>
          </a:p>
          <a:p>
            <a:r>
              <a:t>This leads to misjudging player impact</a:t>
            </a:r>
          </a:p>
          <a:p>
            <a:r>
              <a:t>We need a context-aware evaluation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This Project Does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Evaluates impact at ball-by-ball level</a:t>
            </a:r>
          </a:p>
          <a:p>
            <a:r>
              <a:t>Separates batting and bowling influence</a:t>
            </a:r>
          </a:p>
          <a:p>
            <a:r>
              <a:t>Extends logic to tournaments</a:t>
            </a:r>
          </a:p>
          <a:p>
            <a:r>
              <a:t>Identifies true MVPs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Batting Metrics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Phase-Weighted Runs – runs scored when they matter most</a:t>
            </a:r>
          </a:p>
          <a:p>
            <a:r>
              <a:t>Boundary Impact Score – ability to shift momentum</a:t>
            </a:r>
          </a:p>
          <a:p>
            <a:r>
              <a:t>Dot Ball Cost – pressure created by non-scoring deliveries</a:t>
            </a:r>
          </a:p>
          <a:p>
            <a:r>
              <a:t>Unified Pressure Index – difficulty of match situation</a:t>
            </a:r>
          </a:p>
          <a:p>
            <a:r>
              <a:t>Final Batting Rating – overall match impact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Batting Impact Results</a:t>
            </a:r>
          </a:p>
        </p:txBody>
      </p:sp>
      <p:pic>
        <p:nvPicPr>
          <p:cNvPr id="3" name="Picture 2" descr="batting_result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4114800" cy="2280416"/>
          </a:xfrm>
          <a:prstGeom prst="rect">
            <a:avLst/>
          </a:prstGeom>
        </p:spPr>
      </p:pic>
      <p:pic>
        <p:nvPicPr>
          <p:cNvPr id="4" name="Picture 3" descr="batting_result(2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71600"/>
            <a:ext cx="4114800" cy="224568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Bowling Metrics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Wicket Impact Score – value of wickets by phase</a:t>
            </a:r>
          </a:p>
          <a:p>
            <a:r>
              <a:t>Run Pressure Index – bowling below match run rate</a:t>
            </a:r>
          </a:p>
          <a:p>
            <a:r>
              <a:t>Dot Ball Pressure – forcing batting errors</a:t>
            </a:r>
          </a:p>
          <a:p>
            <a:r>
              <a:t>Control Metrics – discipline and consistency</a:t>
            </a:r>
          </a:p>
          <a:p>
            <a:r>
              <a:t>Final Bowling Rating – overall match control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Bowling Impact Results</a:t>
            </a:r>
          </a:p>
        </p:txBody>
      </p:sp>
      <p:pic>
        <p:nvPicPr>
          <p:cNvPr id="3" name="Picture 2" descr="bowling_result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2926080" cy="2701295"/>
          </a:xfrm>
          <a:prstGeom prst="rect">
            <a:avLst/>
          </a:prstGeom>
        </p:spPr>
      </p:pic>
      <p:pic>
        <p:nvPicPr>
          <p:cNvPr id="4" name="Picture 3" descr="bowling_result(2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1371600"/>
            <a:ext cx="2926080" cy="1473289"/>
          </a:xfrm>
          <a:prstGeom prst="rect">
            <a:avLst/>
          </a:prstGeom>
        </p:spPr>
      </p:pic>
      <p:pic>
        <p:nvPicPr>
          <p:cNvPr id="5" name="Picture 4" descr="bowling_result(3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371600"/>
            <a:ext cx="2926080" cy="156439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Tournament-Level Consistency</a:t>
            </a:r>
          </a:p>
        </p:txBody>
      </p:sp>
      <p:pic>
        <p:nvPicPr>
          <p:cNvPr id="3" name="Picture 2" descr="tournament_batting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2926080" cy="1719146"/>
          </a:xfrm>
          <a:prstGeom prst="rect">
            <a:avLst/>
          </a:prstGeom>
        </p:spPr>
      </p:pic>
      <p:pic>
        <p:nvPicPr>
          <p:cNvPr id="4" name="Picture 3" descr="tournament_batting(2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1371600"/>
            <a:ext cx="2926080" cy="1788459"/>
          </a:xfrm>
          <a:prstGeom prst="rect">
            <a:avLst/>
          </a:prstGeom>
        </p:spPr>
      </p:pic>
      <p:pic>
        <p:nvPicPr>
          <p:cNvPr id="5" name="Picture 4" descr="tournament_batting(3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371600"/>
            <a:ext cx="2926080" cy="181974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MVP Identification (Cricinfo-Style)</a:t>
            </a:r>
          </a:p>
        </p:txBody>
      </p:sp>
      <p:pic>
        <p:nvPicPr>
          <p:cNvPr id="3" name="Picture 2" descr="mvp_result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6400800" cy="20333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IPL Owners &amp; Teams Gain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 identification of match-winners</a:t>
            </a:r>
          </a:p>
          <a:p>
            <a:r>
              <a:t>Separation of hype vs real impact</a:t>
            </a:r>
          </a:p>
          <a:p>
            <a:r>
              <a:t>Better auction and retention decisions</a:t>
            </a:r>
          </a:p>
          <a:p>
            <a:r>
              <a:t>Scalable system across seasons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